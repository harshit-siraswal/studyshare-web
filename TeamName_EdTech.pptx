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[Insert Team Name]</a:t>
            </a:r>
          </a:p>
          <a:p>
            <a:r>
              <a:t>Track: EdTech (Smart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Members'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Harshit Siraswal - [Roll No] - [Branch &amp; Year]</a:t>
            </a:r>
          </a:p>
          <a:p>
            <a:pPr/>
            <a:r>
              <a:t>[Member 2 Name] - [Roll No] - [Branch &amp; Year]</a:t>
            </a:r>
          </a:p>
          <a:p>
            <a:pPr/>
            <a:r>
              <a:t>[Member 3 Name] - [Roll No] - [Branch &amp; Year]</a:t>
            </a:r>
          </a:p>
          <a:p>
            <a:pPr/>
            <a:r>
              <a:t>[Member 4 Name] - [Roll No] - [Branch &amp; Year]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Overview: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Problem: Chaos in Academic Communication</a:t>
            </a:r>
          </a:p>
          <a:p>
            <a:pPr/>
            <a:r>
              <a:t>Fragmentation: Resources scattered across WhatsApp, Telegram, and Drive.</a:t>
            </a:r>
          </a:p>
          <a:p>
            <a:pPr/>
            <a:r>
              <a:t>Lack of Verification: Anonymous users lead to spam and misinformation.</a:t>
            </a:r>
          </a:p>
          <a:p>
            <a:pPr/>
            <a:r>
              <a:t>Ephemeral Nature: Valuable discussions are lost in chat streams.</a:t>
            </a:r>
          </a:p>
          <a:p>
            <a:pPr/>
            <a:r>
              <a:t>Resource Clutter: Difficulty finding specific notes or syllabus during exams.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Overview: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Solution: A Verified, Structured Academic Ecosystem</a:t>
            </a:r>
          </a:p>
          <a:p>
            <a:pPr/>
            <a:r>
              <a:t>Identity Verification: Access strictly tied to college domains (@kiet.edu).</a:t>
            </a:r>
          </a:p>
          <a:p>
            <a:pPr/>
            <a:r>
              <a:t>Structured Chat Rooms: Persistent, topic-focussed discussions.</a:t>
            </a:r>
          </a:p>
          <a:p>
            <a:pPr/>
            <a:r>
              <a:t>Centralized Resources: Searchable repository for notes and syllabus.</a:t>
            </a:r>
          </a:p>
          <a:p>
            <a:pPr/>
            <a:r>
              <a:t>Sustainable Model: Freemium access for power users and clubs.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System Architecture:</a:t>
            </a:r>
          </a:p>
          <a:p>
            <a:pPr/>
            <a:r>
              <a:t>Frontend: iOS Native App (Swift / SwiftUI)</a:t>
            </a:r>
          </a:p>
          <a:p>
            <a:pPr/>
            <a:r>
              <a:t>Authentication: Secure Login via Supabase Auth (College Email)</a:t>
            </a:r>
          </a:p>
          <a:p>
            <a:pPr/>
            <a:r>
              <a:t>Backend: Supabase (PostgreSQL Database + Realtime subscriptions)</a:t>
            </a:r>
          </a:p>
          <a:p>
            <a:pPr/>
            <a:r>
              <a:t>Storage: Centralized Document Storage for Resources</a:t>
            </a:r>
          </a:p>
          <a:p>
            <a:pPr/>
            <a:r>
              <a:t>(Please insert flow diagrams/architecture figures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Must Include:</a:t>
            </a:r>
          </a:p>
          <a:p>
            <a:pPr/>
            <a:r>
              <a:t>Swift &amp; iOS App Development (Xcode, iOS SDK)</a:t>
            </a:r>
          </a:p>
          <a:p>
            <a:pPr/>
            <a:r>
              <a:t>SwiftUI for modern UI/UX</a:t>
            </a:r>
          </a:p>
          <a:p>
            <a:pPr/>
          </a:p>
          <a:p>
            <a:pPr/>
            <a:r>
              <a:t>Additional Resources:</a:t>
            </a:r>
          </a:p>
          <a:p>
            <a:pPr/>
            <a:r>
              <a:t>Supabase (Backend as a Service)</a:t>
            </a:r>
          </a:p>
          <a:p>
            <a:pPr/>
            <a:r>
              <a:t>PostgreSQL (Database)</a:t>
            </a:r>
          </a:p>
          <a:p>
            <a:pPr/>
            <a:r>
              <a:t>Razorpay (Payment Gateway Integration)</a:t>
            </a:r>
          </a:p>
          <a:p>
            <a:pPr/>
            <a:r>
              <a:t>AI Resources (if applicable)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/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Real-World Relevance:</a:t>
            </a:r>
          </a:p>
          <a:p>
            <a:pPr/>
            <a:r>
              <a:t>Unified Campus Communication: Brings students and faculty to one platform.</a:t>
            </a:r>
          </a:p>
          <a:p>
            <a:pPr/>
            <a:r>
              <a:t>Academic Integrity: Verified users ensure high-quality interactions.</a:t>
            </a:r>
          </a:p>
          <a:p>
            <a:pPr/>
            <a:r>
              <a:t>Enhanced Productivity: Study timers and organized rooms help focus.</a:t>
            </a:r>
          </a:p>
          <a:p>
            <a:pPr/>
            <a:r>
              <a:t>Beneficiaries: Students, Professors, Student Clubs, and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