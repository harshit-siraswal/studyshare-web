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MyStudySpace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Multi-College Academic Resource Platform</a:t>
            </a:r>
            <a:br/>
            <a:r>
              <a:t>Transforming Campus Collaboration Through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Hackathon Submission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Academic Resource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Study materials scattered across WhatsApp groups, Google Drive, and email chains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No centralized platform for peer-to-peer learning and doubt resolution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Previous year questions and quality notes lost when students graduate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Students at different colleges have no access to resources from premier institutions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Existing LMS solutions (Moodle, Canvas) are expensive (₹3-8 lakhs/year) and not collaboration-focused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No mechanism for community validation — students can't distinguish quality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366F1"/>
                </a:solidFill>
              </a:defRPr>
            </a:pPr>
            <a:r>
              <a:t>Result: Hours wasted searching, unreliable materials, isolated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Solution: MyStudySpace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Centralized platform where students share notes, PDFs, videos, and PYQs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Admin-approved content — all uploads reviewed before publishing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Upvote/Downvote system — community surfaces the best content from seniors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Multi-college architecture — students from any college can access resources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Read-only access for non-college users — view content from premier colleges (IITs)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B2B SaaS model — ₹60,000 to ₹2,50,000 per college annually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366F1"/>
                </a:solidFill>
              </a:defRPr>
            </a:pPr>
            <a:r>
              <a:t>Mission: Democratize access to quality study materials across all colleges.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Resource Library — Notes, PDFs, Videos, PYQs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Smart Filtering — Semester, Branch, Subject, Topic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Community Voting — Upvote/Downvote System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Admin Content Approval — Quality Control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Bookmarking — Save for Quick Access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Follow System — Follow Top Contributors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Offline Access — Download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Collaboration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Chat Rooms — Subject-wise discussions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College Notices — Announcements Feed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Threaded Comments — Reddit-style Replies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Real-time Notifications — Stay Updated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User Profiles — Track Contributions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Study Timer — Pomodoro for Focus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Mobile App — Android (In Development)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19" y="137160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19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4,500+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Engineering Colleges</a:t>
            </a:r>
            <a:br/>
            <a:r>
              <a:t>in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3.5M+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Engineering Students</a:t>
            </a:r>
            <a:br/>
            <a:r>
              <a:t>Annually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₹360-450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Total Addressable</a:t>
            </a:r>
            <a:br/>
            <a:r>
              <a:t>Market (TAM)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37160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100-120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Colleges in</a:t>
            </a:r>
            <a:br/>
            <a:r>
              <a:t>Delhi-NCR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19" y="34747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19" y="36576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250,000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" y="43891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Students in</a:t>
            </a:r>
            <a:br/>
            <a:r>
              <a:t>Delhi-NCR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4747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36576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₹5.7B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3891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Indian EdTech</a:t>
            </a:r>
            <a:br/>
            <a:r>
              <a:t>Market (2024)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4747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36576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25% CAGR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891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Expected Growth</a:t>
            </a:r>
            <a:br/>
            <a:r>
              <a:t>to ₹30B by 2031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4747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36576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80-90%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891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Cost Saving vs</a:t>
            </a:r>
            <a:br/>
            <a:r>
              <a:t>Canvas LMS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Journey Flow</a:t>
            </a:r>
          </a:p>
        </p:txBody>
      </p:sp>
      <p:pic>
        <p:nvPicPr>
          <p:cNvPr id="4" name="Picture 3" descr="user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" y="914400"/>
            <a:ext cx="5806440" cy="5806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12933" y="3429000"/>
            <a:ext cx="29548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rPr dirty="0"/>
              <a:t>Multi-college support | Google OAuth + Email/Password | Verified vs Read-Only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7" y="1005840"/>
            <a:ext cx="5687907" cy="568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04467" y="3634349"/>
            <a:ext cx="29125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rPr dirty="0"/>
              <a:t>Cloudflare (CDN + WAF + Workers) → React Frontend → Node.js Backend → MongoDB Atlas + </a:t>
            </a:r>
            <a:r>
              <a:rPr dirty="0" err="1"/>
              <a:t>DigitalOcean</a:t>
            </a:r>
            <a:r>
              <a:rPr dirty="0"/>
              <a:t> Spaces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React 18 + Vite — Modern SPA Framework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TypeScript — Type-safe Development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Tailwind CSS + shadcn/ui — UI Components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React Query — Server State Management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Firebase Auth — Google OAuth + Email/Password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Vercel — Frontend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Backend &amp;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Node.js + Express — REST API Server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Railway — Backend Hosting (Student Credits)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MongoDB Atlas — NoSQL Database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DigitalOcean Spaces — File Storage + CDN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Cloudflare — DNS, CDN, WAF, Workers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Firebase FCM — Push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Cloudflare — DNS, CDN, DDoS protection, WAF, Workers for edge logic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Firebase JWT Authentication — Server-side token validation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Role-Based Access Control (RBAC) — Admin, Verified, Read-only roles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Rate Limiting — Sliding window algorithm per IP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reCAPTCHA v3 — Bot prevention on critical actions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CORS Whitelist — Only allowed origins accepted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Input Validation — XSS and injection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366F1"/>
                </a:solidFill>
              </a:defRPr>
            </a:pPr>
            <a:r>
              <a:t>All traffic passes through Cloudflare edge before reaching origin servers.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Admin Dashboard (Separate Website)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Separate web application for administrators at admin.mystudyspace.me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Role-Based Access: Super Admin, College Admin, Department Admin, Teacher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Secret Key Login with SHA-256 hashing + reCAPTCHA v3 protection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24-hour session duration with automatic expiration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Glass Morphism UI with Dark/Light theme toggle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Fully responsive: Desktop sidebar + Mobile bottom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366F1"/>
                </a:solidFill>
              </a:defRPr>
            </a:pPr>
            <a:r>
              <a:t>Deployed on Vercel | Built with vanilla HTML/CSS/JS + Supabase + Cloudinary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Admin Dashboard User Flow</a:t>
            </a:r>
          </a:p>
        </p:txBody>
      </p:sp>
      <p:pic>
        <p:nvPicPr>
          <p:cNvPr id="4" name="Picture 3" descr="admin_dashboar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7" y="1048173"/>
            <a:ext cx="5772573" cy="5772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0" y="3634377"/>
            <a:ext cx="2413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rPr dirty="0"/>
              <a:t>Authentication → Role Check → 4 Management Modules → </a:t>
            </a:r>
            <a:r>
              <a:rPr dirty="0" err="1"/>
              <a:t>Supabase</a:t>
            </a:r>
            <a:r>
              <a:rPr dirty="0"/>
              <a:t> Database + </a:t>
            </a:r>
            <a:r>
              <a:rPr dirty="0" err="1"/>
              <a:t>Cloudinary</a:t>
            </a:r>
            <a:r>
              <a:rPr dirty="0"/>
              <a:t>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Admin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Content Moderation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Resource Management: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View pending/approved/rejected stats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Filter by semester, branch, subject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Preview PDFs before approval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Approve, Reject, or Delete resources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Notice Management: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Create notices with priority levels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Target specific departments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Attach PDFs or video URLs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Show/Hide/Delete notices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Administrative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Syllabus Management: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Upload PDF syllabi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Set semester, branch, subject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Add academic year tagging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Delete outdated syllabi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User Management: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Ban users by email with reason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College-specific or global bans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Unban previously banned users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  - View banned users list with audit trail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Infrastructure Costing (Actual from Business Plan)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Colleges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Active Users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Cost/MAU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Current (Dev)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Single College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₹2.83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Growth Phase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21,000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₹32,900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₹1.57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₹1,25,000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i="1">
                <a:solidFill>
                  <a:srgbClr val="64748B"/>
                </a:solidFill>
              </a:defRPr>
            </a:pPr>
            <a:r>
              <a:t>Cost per user decreases significantly with scale. Infrastructure includes Railway, MongoDB Atlas, DigitalOcean, Cloudflare, Firebase.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Infrastructure Cost Breakdown (10 Colleges)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Supabase/MongoDB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 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₹3,500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Railway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Starter (2 instances)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DigitalOcean Spaces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Plus 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₹8,500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Firebase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Blaze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Cloudflare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₹3,200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Redis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Upstash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Datadog/Sentry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₹2,500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Backups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i="1">
                <a:solidFill>
                  <a:srgbClr val="64748B"/>
                </a:solidFill>
              </a:defRPr>
            </a:pPr>
            <a:r>
              <a:t>Total: ₹32,900/month for 10 colleges (21,000 MAU)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Revenue Projections (3-Year)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Colleges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MAU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21,000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₹12.50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₹26.28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-110%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₹37.50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₹36.95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245,000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147,000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₹87.50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₹57.95 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i="1">
                <a:solidFill>
                  <a:srgbClr val="64748B"/>
                </a:solidFill>
              </a:defRPr>
            </a:pPr>
            <a:r>
              <a:t>Break-even at 18-20 colleges (Month 15-18). Each additional college after = 70%+ profit margin.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Model: B2B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Pricing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Annual subscription sold directly to colleges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Starter: ₹60,000/year (&lt;2,000 students)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Growth: ₹1,00,000/year (2,000-5,000 students)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Professional: ₹1,50,000/year (5,000-10,000)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Enterprise: ₹2,00,000+/year (&gt;10,000 students)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AI Premium Add-on: ₹15,000-₹50,000/year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Per-student cost: ₹20-40/year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80-90% cheaper than Canvas LMS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60-90 day sales cycle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85% annual renewal rate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LTV:CAC ratio = 5:1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• Break-even: 18-20 colleges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Roadmap: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• 🤖 AI Practice Sheet Generator — Create custom problems from uploaded content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• 📝 AI Exam Question Bank — Generate exam-style questions based on syllabus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• 📅 Academic Calendar Sync — Auto-import exam dates, events into calendar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• 📊 AI Study Schedule — Personalized study plans based on deadlines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• 💡 Intelligent Doubt Resolution — AI answers using college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366F1"/>
                </a:solidFill>
              </a:defRPr>
            </a:pPr>
            <a:r>
              <a:t>AI Premium Add-on: 30% of colleges expected to opt-in.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Phase 1 (Month 1-2): KIET Pilot — 500 early adopters, test features, gather feedback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Phase 2 (Month 3-4): Full Campus Rollout — 3,000+ active users, faculty partnerships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Phase 3 (Month 6): Delhi-NCR Expansion — 3-5 paying colleges, 10,000 users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Phase 4 (Month 12): Break-even Approach — 10 colleges, 25,000 users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Phase 5 (Month 18): Profitability — 20 colleges, 50,000 users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• Phase 6 (Month 24): Scale Phase — 30-40 colleges, 80,000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366F1"/>
                </a:solidFill>
              </a:defRPr>
            </a:pPr>
            <a:r>
              <a:t>Target Decision Makers: Dean of Student Welfare, Dean Academics, Principal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MyStudySpace — Transforming Campus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Team MyStudySpace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1367</Words>
  <Application>Microsoft Office PowerPoint</Application>
  <PresentationFormat>On-screen Show (4:3)</PresentationFormat>
  <Paragraphs>233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pal</cp:lastModifiedBy>
  <cp:revision>2</cp:revision>
  <dcterms:created xsi:type="dcterms:W3CDTF">2013-01-27T09:14:16Z</dcterms:created>
  <dcterms:modified xsi:type="dcterms:W3CDTF">2026-01-14T13:01:47Z</dcterms:modified>
  <cp:category/>
</cp:coreProperties>
</file>