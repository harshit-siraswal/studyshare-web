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731520"/>
            <a:ext cx="8412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MyStudySpace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5544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366F1"/>
                </a:solidFill>
              </a:defRPr>
            </a:pPr>
            <a:r>
              <a:t>Multi-College Academic Resource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9456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457200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2697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Domain: Social Impact &amp; Accessibility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366F1"/>
                </a:solidFill>
              </a:defRPr>
            </a:pPr>
            <a:r>
              <a:t>Team Members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Harshit 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AI/ML • 1st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20624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42976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Harsh Attri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6634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AI/ML • 1st 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206240"/>
            <a:ext cx="246888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42976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Vansh Baranwal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66344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AI/ML • 1st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864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KIET Group of Institutions, Ghaziabad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64922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@codeathon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 &amp; DOMAIN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6366F1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4922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@codeathon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What real-world problem are you addressing?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Study materials scattered across WhatsApp groups, Google Drive, and emails — no single source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Quality notes and PYQs lost forever when seniors graduate — no knowledge transfer mechanism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No peer-review system — students cannot distinguish accurate content from outdated material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New batches repeat the same painful search every year without benefiting from seniors'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20040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Who is affected by this problem?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661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3.5+ million engineering students across 4,500+ colleges in India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Students in Delhi-NCR: 250,000 students across 100-120 engineering colleges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First-year students who repeat the same painful resource search every semester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Why does this fit Social Impact &amp; Accessibility?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Upvote/Downvote system — content liked by seniors automatically surfaces for new batches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Democratizes access — premier college resources (IITs, NITs) available to all students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Reduces knowledge inequality — Tier 2/3 students get same quality as Tier 1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Community-driven — even students without connections benefit from seniors' curation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6366F1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4922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@codeathon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Overview of 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Centralized platform where students share notes, PDFs, videos, and previous year questions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Multi-college architecture — students from any college can access resources from others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Admin-approved content with community voting (upvote/downvote) for quality assurance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Key Features &amp; Innovations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40"/>
            <a:ext cx="841248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Smart filtering by semester, branch, and subject — find relevant content instantly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Read-only access for external users — view resources from IITs, NITs without full account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Separate Admin Dashboard (admin</a:t>
            </a:r>
            <a:r>
              <a:rPr lang="en-US" dirty="0"/>
              <a:t>-</a:t>
            </a:r>
            <a:r>
              <a:rPr lang="en-US" dirty="0" err="1"/>
              <a:t>mystudyspace</a:t>
            </a:r>
            <a:r>
              <a:rPr lang="en-US" dirty="0"/>
              <a:t> website</a:t>
            </a:r>
            <a:r>
              <a:rPr dirty="0"/>
              <a:t>) for content moderation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rPr dirty="0"/>
              <a:t>• Chat rooms with threaded comments, real-time notifications, and study timer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How It Solves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Seniors' best content surfaces via upvotes — new students naturally discover quality material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Admin approval ensures accuracy; community voting validates usefulness over time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</a:defRPr>
            </a:pPr>
            <a:r>
              <a:t>• Multi-college access breaks down knowledge silos between institutions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6366F1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4922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@codeathon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Two Separate Web Applications: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45920"/>
            <a:ext cx="40233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🎓 MyStudySpace (Student Platform)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React 18 + Vite + TypeScript frontend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Tailwind CSS + shadcn/ui components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Firebase Auth (Google OAuth + Email)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Hosted on Vercel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645920"/>
            <a:ext cx="40233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7373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🛠️ Admin-MyStudySpace (Admin Dashboard)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103120"/>
            <a:ext cx="3749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Vanilla HTML/CSS/JavaScript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Glass morphism UI, Dark/Light themes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Role-based access control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Hosted on Vercel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474720"/>
            <a:ext cx="40233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5661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</a:defRPr>
            </a:pPr>
            <a:r>
              <a:t>⚙️ Backend &amp;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20180"/>
            <a:ext cx="374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Node.js + Express REST API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Railway hosting (student credits)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MongoDB Atlas (NoSQL database)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dirty="0" err="1"/>
              <a:t>DigitalOcean</a:t>
            </a:r>
            <a:r>
              <a:rPr dirty="0"/>
              <a:t> Spaces + CDN (file storage)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474720"/>
            <a:ext cx="40233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35661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🔒 Security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5013" y="3820180"/>
            <a:ext cx="3583093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Cloudflare Workers (edge functions)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Cloudflare DNS + DDoS protection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reCAPTCHA v3 for bot prevention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Rate limiting + RBAC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292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748B"/>
                </a:solidFill>
              </a:defRPr>
            </a:pPr>
            <a:r>
              <a:t>High-Level Architecture Diagrams</a:t>
            </a:r>
          </a:p>
        </p:txBody>
      </p:sp>
      <p:pic>
        <p:nvPicPr>
          <p:cNvPr id="21" name="Picture 20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1554480"/>
            <a:ext cx="4255008" cy="4937760"/>
          </a:xfrm>
          <a:prstGeom prst="rect">
            <a:avLst/>
          </a:prstGeom>
        </p:spPr>
      </p:pic>
      <p:pic>
        <p:nvPicPr>
          <p:cNvPr id="22" name="Picture 21" descr="admin_dashboard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1554480"/>
            <a:ext cx="435559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 SCOPE &amp;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6366F1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4922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@codeathon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40233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rPr dirty="0"/>
              <a:t>📱 Student Platform (mystudyspace.me)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3749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Resource Library (Notes, PDFs, Videos, PYQs)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Smart filtering by semester/branch/subject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Upvote/Downvote voting system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Bookmarking and Follow contributors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Chat rooms with threaded comments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College notices feed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Real-time notifications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188720"/>
            <a:ext cx="402336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1280160"/>
            <a:ext cx="190629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rPr dirty="0"/>
              <a:t>🛡️ Admin Dashboard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45920"/>
            <a:ext cx="3749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Role-based access (Super/College/Dept Admin)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Resource approval with PDF preview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Notice management with priority levels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Syllabus upload by semester/branch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User ban/unban with audit trail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Secret key 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What the Final Product Will Accomplish: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2336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✓ Enable students from ANY college to access quality resources from ANY other college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✓ Provide institutions complete control over content via separate admin dashboard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✓ Reduce time students spend searching for materials from hours to minutes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✓ Build a sustainable peer-learning community through voting and contributions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FEASIBILITY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6366F1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4922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@codeathon 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40233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🔧 Technical 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79530"/>
            <a:ext cx="38862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Proven, well-documented stack (React, Node.js, MongoDB)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Team has full-stack development experience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Free tiers available: Railway, MongoDB Atlas, </a:t>
            </a:r>
            <a:r>
              <a:rPr dirty="0" err="1"/>
              <a:t>Vercel</a:t>
            </a:r>
            <a:endParaRPr dirty="0"/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Cloudflare Workers for edge computing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188720"/>
            <a:ext cx="402336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12801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⚙️ Operational 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45920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Separate admin dashboard for easy moderation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No IT department needed — instant cloud setup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Student-familiar design (voting, following)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Mobile-responsive for on-the-go access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834640"/>
            <a:ext cx="841248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8138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</a:defRPr>
            </a:pPr>
            <a:r>
              <a:t>💰 Financial 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91840"/>
            <a:ext cx="813815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Current development: ₹0/month using free tiers (Vercel Free, Railway student credits, MongoDB Atlas Free, Cloudflare Free)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Sustainable B2B model: Colleges pay annual subscription, cost per student = ₹20-40/year — highly affordable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t>• Break-even projection: 18-20 colleges needed for profitability, achievable within 18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480560"/>
            <a:ext cx="841248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572000"/>
            <a:ext cx="8138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📅 Implementation 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937760"/>
            <a:ext cx="81381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Phase 1 (Month 1-2): KIET pilot with 500 early adopters — validate core features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Phase 2 (Month 3-4): Full campus rollout — 3,000+ active users, gather feedback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Phase 3 (Month 6+): Expand to other Delhi-NCR colleges based on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56032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INNOVATION /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320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6366F1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4922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</a:defRPr>
            </a:pPr>
            <a:r>
              <a:t>@codeathon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What makes our solution unique?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42062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🌐 Multi-College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Students access resources from IITs, NITs, and premier colleges — breaks down institutional barriers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737360"/>
            <a:ext cx="42062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8288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👥 Community-Driven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1945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Upvote/downvote system surfaces best content naturally — no admin bottleneck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108960"/>
            <a:ext cx="42062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200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♿ True Accessibility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661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Democratizes quality education for Tier 2/3 college students who lack connections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108960"/>
            <a:ext cx="42062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32004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🛠️ Separate Admin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5661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Complete moderation control without cluttering the student experience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480560"/>
            <a:ext cx="42062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572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📱 Student-First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377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Built like apps students already use (Reddit voting, WhatsApp chat) — not enterprise software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4480560"/>
            <a:ext cx="420624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457200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🤖 AI-Ready Roadmap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9377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Future: Practice sheet generation, smart exam questions from uploaded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989</Words>
  <Application>Microsoft Office PowerPoint</Application>
  <PresentationFormat>On-screen Show (4:3)</PresentationFormat>
  <Paragraphs>130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 pal</cp:lastModifiedBy>
  <cp:revision>5</cp:revision>
  <dcterms:created xsi:type="dcterms:W3CDTF">2013-01-27T09:14:16Z</dcterms:created>
  <dcterms:modified xsi:type="dcterms:W3CDTF">2026-01-14T20:57:11Z</dcterms:modified>
  <cp:category/>
</cp:coreProperties>
</file>